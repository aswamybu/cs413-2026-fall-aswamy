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ull-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 image" descr="Slide 1: Title: Compiling Extended LAMBDA into Pure Lambda-Calculu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 image" descr="Slide 2: The go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 image" descr="Slide 3: Source langu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 image" descr="Slide 4: Target language: pure lambda-calculu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 image" descr="Slide 5: Modules and dependenci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 image" descr="Slide 6: One evaluator for both languag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 image" descr="Slide 7: Data as func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 image" descr="Slide 8: Arithmetic, comparisons, and the predecess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 image" descr="Slide 9: A compositional visit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 image" descr="Slide 10: Delayed branch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 image" descr="Slide 11: Recursion with the Z combinat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 image" descr="Slide 12: Names, freshness, and cap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 image" descr="Slide 13: Observing results without cheat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4 image" descr="Slide 14: Example: 2 + 3 *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5 image" descr="Slide 15: A recursive program: factorial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6 image" descr="Slide 16: All required demonstr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7 image" descr="Slide 17: Automated tes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8 image" descr="Slide 18: Why the translation preserves mean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9 image" descr="Slide 19: Limitations and future wor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0 image" descr="Slide 20: Summa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ides">
  <a:themeElements>
    <a:clrScheme name="Slides">
      <a:dk1>
        <a:srgbClr val="1D2433"/>
      </a:dk1>
      <a:lt1>
        <a:srgbClr val="FFFFFF"/>
      </a:lt1>
      <a:dk2>
        <a:srgbClr val="1D2433"/>
      </a:dk2>
      <a:lt2>
        <a:srgbClr val="F3F5F9"/>
      </a:lt2>
      <a:accent1>
        <a:srgbClr val="2F5BD3"/>
      </a:accent1>
      <a:accent2>
        <a:srgbClr val="C2410C"/>
      </a:accent2>
      <a:accent3>
        <a:srgbClr val="15803D"/>
      </a:accent3>
      <a:accent4>
        <a:srgbClr val="5B6577"/>
      </a:accent4>
      <a:accent5>
        <a:srgbClr val="6D8FF0"/>
      </a:accent5>
      <a:accent6>
        <a:srgbClr val="D9DEE8"/>
      </a:accent6>
      <a:hlink>
        <a:srgbClr val="2F5BD3"/>
      </a:hlink>
      <a:folHlink>
        <a:srgbClr val="5B6577"/>
      </a:folHlink>
    </a:clrScheme>
    <a:fontScheme name="Slide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lid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Compiling Extended LAMBDA into Pure Lambda-Calculus</dc:title>
  <dcterms:created xsi:type="dcterms:W3CDTF">2026-10-26T16:48:15Z</dcterms:created>
  <dcterms:modified xsi:type="dcterms:W3CDTF">2026-10-26T16:48:15Z</dcterms:modified>
</cp:coreProperties>
</file>